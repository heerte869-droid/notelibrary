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NOTE_ALPHA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NOTE_BETA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NOTE_GAMMA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 evaporates from the surface.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Vapor condenses into clouds.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Rain returns water to the ground.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